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Nâng cao Hiệu suất Qwen3Guard-Gen 0.6B: Từ Xây dựng Dữ liệu đến Finetuning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Giai đoạn báo cáo: Tuần 3 - Tuần 5</a:t>
            </a:r>
          </a:p>
          <a:p>
            <a:r>
              <a:t>Cải thiện khả năng Safety Guardrail qua Data Augmentation và Finetuning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Tiến trình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Hành trình tối ưu hóa chia thành 3 giai đoạn chính:</a:t>
            </a:r>
          </a:p>
          <a:p>
            <a:r>
              <a:t>1. Tuần 3 - Nền tảng (Foundation): Xây dựng hệ thống Taxonomy, kết hợp dữ liệu (Combinations) và đánh giá Baseline model.</a:t>
            </a:r>
          </a:p>
          <a:p>
            <a:r>
              <a:t>2. Tuần 4 - Phân tích &amp; Chuẩn hóa: Mổ xẻ các nhóm lỗi rủi ro cao và xây dựng Pipeline Auto-Labeling.</a:t>
            </a:r>
          </a:p>
          <a:p>
            <a:r>
              <a:t>3. Tuần 5 - Huấn luyện (Finetuning): Augment data các nhóm khó, chia tập dữ liệu (leak-free) và Finetune bản 0.6B LoRA.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Tuần 3 - Xây dựng Hệ thống Dữ liệu Đầu vào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Tiếp cận có hệ thống để tạo bộ test/train đa dạng:</a:t>
            </a:r>
          </a:p>
          <a:p>
            <a:r>
              <a:t>- Taxonomy &amp; Combinations: Định nghĩa các nhóm nhãn (Safe, Unsafe, Controversial) kết hợp chéo với Attack Types và Scenarios.</a:t>
            </a:r>
          </a:p>
          <a:p>
            <a:r>
              <a:t>- Generation Jobs: Quy hoạch các combo thành Job cụ thể, thiết lập Context Domain, Style và ngôn ngữ hội thoại tự nhiên.</a:t>
            </a:r>
          </a:p>
          <a:p>
            <a:r>
              <a:t>- Pilot Run &amp; Audit:</a:t>
            </a:r>
          </a:p>
          <a:p>
            <a:pPr lvl="1"/>
            <a:r>
              <a:t>  + Sinh thành công 2.000 mẫu dữ liệu ban đầu.</a:t>
            </a:r>
          </a:p>
          <a:p>
            <a:pPr lvl="1"/>
            <a:r>
              <a:t>  + Xây dựng quy trình Audit để lọc nhiễu và loại bỏ các mẫu sinh sai nhãn.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Đánh giá Baseline Model 0.6B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Khảo sát khả năng nguyên bản của Qwen3Guard-Gen 0.6B:</a:t>
            </a:r>
          </a:p>
          <a:p>
            <a:r>
              <a:t>- Kết quả Benchmark ban đầu: Accuracy đạt ~76% trên tập 2.000 mẫu.</a:t>
            </a:r>
          </a:p>
          <a:p>
            <a:r>
              <a:t>- Phát hiện điểm nghẽn (Bottlenecks):</a:t>
            </a:r>
          </a:p>
          <a:p>
            <a:pPr lvl="1"/>
            <a:r>
              <a:t>  + Controversial: Nhận diện rất kém các ranh giới tranh cãi.</a:t>
            </a:r>
          </a:p>
          <a:p>
            <a:pPr lvl="1"/>
            <a:r>
              <a:t>  + Lọt lưới (Unsafe -&gt; Safe): Tỷ lệ bỏ lọt các nội dung Unsafe còn cao.</a:t>
            </a:r>
          </a:p>
          <a:p>
            <a:pPr lvl="1"/>
            <a:r>
              <a:t>  + Tốc độ: Tốc độ inference cực tốt, xứng đáng để đầu tư Finetune thay vì model nặng.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Tuần 4 - Phân tích Lỗi Chuyên sâu (Error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Tại sao model bắt trượt? Phân tích nguyên nhân gốc rễ:</a:t>
            </a:r>
          </a:p>
          <a:p>
            <a:r>
              <a:t>- Breakdown theo Scenario: Điểm yếu lớn nhất lộ diện tại Prompt Injection (PI) do dữ liệu train gốc không có.</a:t>
            </a:r>
          </a:p>
          <a:p>
            <a:r>
              <a:t>- Đối chiếu Model 4B: 4B không giải quyết được các lỗi này -&gt; Lỗ hổng kiến thức từ Dữ liệu, không phải kiến trúc.</a:t>
            </a:r>
          </a:p>
          <a:p>
            <a:r>
              <a:t>- Phân loại thủ công: Phân định rõ ràng lỗi nào do model yếu và lỗi nào do bộ dữ liệu (dataset noise).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Xây dựng Pipeline Auto-Labeling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Làm sạch dữ liệu quy mô lớn (5.000 mẫu):</a:t>
            </a:r>
          </a:p>
          <a:p>
            <a:r>
              <a:t>- Khó khăn: Gán nhãn thủ công tốn thời gian và dễ chủ quan.</a:t>
            </a:r>
          </a:p>
          <a:p>
            <a:r>
              <a:t>- Giải pháp: Thiết kế hệ thống LLM Judge Kép (Sử dụng 2 LLM độc lập).</a:t>
            </a:r>
          </a:p>
          <a:p>
            <a:r>
              <a:t>- Cơ chế hoạt động:</a:t>
            </a:r>
          </a:p>
          <a:p>
            <a:pPr lvl="1"/>
            <a:r>
              <a:t>  + Kết hợp Rule Validator để duyệt chéo kết quả.</a:t>
            </a:r>
          </a:p>
          <a:p>
            <a:pPr lvl="1"/>
            <a:r>
              <a:t>  + Phân luồng tự động: Nhóm an toàn (giữ nhãn), nhóm sai lệch (sửa nhãn), nhóm Conflict (review).</a:t>
            </a:r>
          </a:p>
          <a:p>
            <a:r>
              <a:t>- Kết quả: Chuẩn hóa toàn bộ nhãn cho tập dữ liệu chuẩn bị Finetune.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Tuần 5 - Data Augmentation &amp;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Tập trung vào các điểm mù của Model:</a:t>
            </a:r>
          </a:p>
          <a:p>
            <a:r>
              <a:t>- Augmentation (Hard-cases): Sinh thêm 2.000 mẫu nhắm thẳng vào Prompt Injection và Evasion Techniques. Áp dụng LLM Judge.</a:t>
            </a:r>
          </a:p>
          <a:p>
            <a:r>
              <a:t>- Thiết kế Dataset Splitting:</a:t>
            </a:r>
          </a:p>
          <a:p>
            <a:pPr lvl="1"/>
            <a:r>
              <a:t>  + Chia tập Train/Val/Router Pool đảm bảo nguyên tắc Zero-Leakage.</a:t>
            </a:r>
          </a:p>
          <a:p>
            <a:pPr lvl="1"/>
            <a:r>
              <a:t>  + Format dữ liệu chuẩn theo cấu trúc đầu vào của Qwen3Guard.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Finetuning Qwen3Guard 0.6B &amp; Kết quả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Nâng cấp Model bằng phương pháp LoRA:</a:t>
            </a:r>
          </a:p>
          <a:p>
            <a:r>
              <a:t>- Thực thi: Setup cấu hình .yaml và chạy Finetune (LoRA) bản 0.6B trên tập Master Data đã làm sạch.</a:t>
            </a:r>
          </a:p>
          <a:p>
            <a:r>
              <a:t>- Kết quả Đột phá:</a:t>
            </a:r>
          </a:p>
          <a:p>
            <a:pPr lvl="1"/>
            <a:r>
              <a:t>  + Độ chính xác (Acc / F1) tăng ~13% trên tập Benchmark Test.</a:t>
            </a:r>
          </a:p>
          <a:p>
            <a:pPr lvl="1"/>
            <a:r>
              <a:t>  + Cải thiện mạnh mẽ nhận diện các nhãn Controversial và Prompt Injection.</a:t>
            </a:r>
          </a:p>
          <a:p>
            <a:pPr lvl="1"/>
            <a:r>
              <a:t>  + Giữ nguyên được ưu điểm về tốc độ inference (Latency thấp).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- Hướng đi tiếp theo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Đảm bảo sự bền vững và sẵn sàng Production:</a:t>
            </a:r>
          </a:p>
          <a:p>
            <a:r>
              <a:t>1. Mở rộng Benchmark (Wave 1): Sinh thêm 2.000 dữ liệu Test đa dạng hơn để chống Overfitting.</a:t>
            </a:r>
          </a:p>
          <a:p>
            <a:r>
              <a:t>2. Train Router Model: Chuẩn bị dữ liệu và logic để huấn luyện mô hình Router.</a:t>
            </a:r>
          </a:p>
          <a:p>
            <a:r>
              <a:t>3. Đóng gói &amp; Deployment: Đưa model 0.6B (đã finetune) vào kiểm thử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